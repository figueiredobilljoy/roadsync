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PROJECT PITCH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RoadSync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Verified road updates for travelers and agencies in Goa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Fragmented road updates leave travelers and agencies without one shared 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Incident and roadwork updates can sit across separate agency channels. Road users may not see a verified, timely picture of changing conditions.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Travelers and road agencies in Goa. RoadSync proposes to start with a pilot in Panaji.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 · Goa 2023–24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Goa reported 2,831 motor accident cases, 271 deaths and 1,193 injuries in 2023–24. These figures set the road-safety context for a pilot focused on timely road information.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project identifies fragmented reporting and limited shared visibility. The pilot will map current channels and measure reporting delays.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2,831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motor accident cases reported in Goa, 2023–24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delayed or unverified update gives travelers and response teams less time to make informed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shared report, review and public update workflow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RoadSync connects agency reporting to a public road map. Police and PWD submit location-based reports; an authority reviews them before publication. Travelers see approved active incidents and roadwork.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Agency report with type, place and time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Authority reviews and publishes approved reports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Travelers see verified active road updates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[₹ 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[₹ 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[___]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shared review queue links agency reports to a public map. This prototype uses sample data; live government and emergency connections remain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stage: Working Prototype · local demo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Built: browser-based interface and role workflows. Pilot needs secure hosting, verified agency access, shared storage, audit logs and onboarding.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Not estimated yet. Scope the secure build, hosting, training and support with the pilot agency before setting a grant amount.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baseline and Panaji pilot. 6 months: review timing measures and improve the workflow. 12 months: decide whether to expand.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Proposed partner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Goa Traffic Police for the first Panaji pilot. Participation and authorization are not yet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Panaji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Proposed pilot area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First deployment location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Proposed pilot duration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Time-bound field 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 measures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Core workflow timings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Submission-to-verification; approval-to-publication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pilot will measure whether verified updates reach road users sooner and gather traveler and agency feedback.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Seek a department budget or grant after pilot scope and costs are validated. A long-term operating owner and funding model remain to be agreed.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Use Panaji findings to refine the workflow. Expand only with agency agreement, secure infrastructure and a costed implementation plan.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BILL111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Project lead · sole builder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Product concept, interface, frontend and workflow implementation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Technical mentorship and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Goa Traffic Police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Grant support for a scoped pilot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Baseline and evaluation support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privacy and security review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Help us turn the local prototype into a secure, measured three-month Panaji pilot with Goa Traffic Police.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billjoyxavier19@gmail.com  |  +91 9834086959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